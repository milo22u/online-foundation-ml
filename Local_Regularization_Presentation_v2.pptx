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2194560" cy="3474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2024 — OPEN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Local Regularization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All Multiclass Problems?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2860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 Asilis  •  Siddartha Devic  •  Shaddin Dughmi  •  Vatsal Sharan  •  Shang-Hua Teng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Southern California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Machine Learning Research, Vol. 196,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801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298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74520" y="1581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study multiclass learning beyond ERM?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993392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993392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99339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3055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874520" y="2295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OIGs, DS dimension, and existing learners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706624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2706624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7" name="Text 13"/>
          <p:cNvSpPr/>
          <p:nvPr/>
        </p:nvSpPr>
        <p:spPr>
          <a:xfrm>
            <a:off x="868680" y="27066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43784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2724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874520" y="3008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 as an algorithmic template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3419856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" y="3419856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341985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557016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74520" y="3438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87452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failure, local regularizer analysis, scaling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4133088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4133088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9" name="Text 23"/>
          <p:cNvSpPr/>
          <p:nvPr/>
        </p:nvSpPr>
        <p:spPr>
          <a:xfrm>
            <a:off x="868680" y="413308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270248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874520" y="4151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Open Problems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87452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to be resolved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Classification: The Basics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310896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set |Y| = 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Characterized by VC dimension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is optimal and sufficient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Well-understood since the 1980s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84048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46320" y="1463040"/>
            <a:ext cx="3840480" cy="310896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Classification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210312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set |Y| &gt;= 2 (possibly infinite)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Learnability characterized only in 2022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fails — improper learning required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optimal learning rule known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3840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find a simple algorithmic template for multiclass learning — like ERM for binary?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ERM Fail for Multiclass?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solidFill>
            <a:srgbClr val="FDF0E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Daniely &amp; Shalev-Shwartz (2014): There exist learnable multiclass classes where every learner must output hypotheses outside of H.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Learners (ERM)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22960" y="30175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h in H only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Optimizes: argmin_{h in H} L_S(h)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for binary classification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for multiclass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46320" y="237744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5146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212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Learners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029200" y="30175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output h outside 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"Stitches together" hypotheses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Necessary for multiclass learning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a new algorithmic template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Central Question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7315200" cy="68580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554480"/>
            <a:ext cx="54864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54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Risk Minimization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892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only — fails on multiclass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304288"/>
            <a:ext cx="320040" cy="320040"/>
          </a:xfrm>
          <a:prstGeom prst="ellipse">
            <a:avLst/>
          </a:prstGeom>
          <a:solidFill>
            <a:srgbClr val="E8913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2544" y="2350008"/>
            <a:ext cx="210312" cy="21031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2468880"/>
            <a:ext cx="7315200" cy="68580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2468880"/>
            <a:ext cx="54864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2468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20040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Risk Minimization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00400" y="2807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proper (single regularizer psi(h)) — fails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97680" y="3218688"/>
            <a:ext cx="320040" cy="320040"/>
          </a:xfrm>
          <a:prstGeom prst="ellipse">
            <a:avLst/>
          </a:prstGeom>
          <a:solidFill>
            <a:srgbClr val="E8913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3264408"/>
            <a:ext cx="210312" cy="21031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14400" y="3383280"/>
            <a:ext cx="7315200" cy="68580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20" name="Shape 16"/>
          <p:cNvSpPr/>
          <p:nvPr/>
        </p:nvSpPr>
        <p:spPr>
          <a:xfrm>
            <a:off x="914400" y="3383280"/>
            <a:ext cx="54864" cy="685800"/>
          </a:xfrm>
          <a:prstGeom prst="rect">
            <a:avLst/>
          </a:prstGeom>
          <a:solidFill>
            <a:srgbClr val="2D8A56"/>
          </a:solidFill>
          <a:ln/>
        </p:spPr>
      </p:sp>
      <p:sp>
        <p:nvSpPr>
          <p:cNvPr id="21" name="Text 17"/>
          <p:cNvSpPr/>
          <p:nvPr/>
        </p:nvSpPr>
        <p:spPr>
          <a:xfrm>
            <a:off x="1188720" y="3383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20040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psi(h, x) — point-dependent bias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20040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DD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+ flexible — can it learn everything?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5" name="Text 21"/>
          <p:cNvSpPr/>
          <p:nvPr/>
        </p:nvSpPr>
        <p:spPr>
          <a:xfrm>
            <a:off x="1097280" y="42976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1: Can all learnable multiclass classes be learned by a local regularizer?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RELATED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Multiclass Learning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325880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Learning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344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Valiant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61848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learning model — learnability requires low sample complexity.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039112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39112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2039112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373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Dimension Characterization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Blumer et al.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33172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learnable iff finite VC dimension; ERM suffices.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52344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52344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2752344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73736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Learning Necessary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2770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Daniely &amp; Shalev-Shwartz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304495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learners (ERM/SRM) cannot learn all multiclass problems.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465576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65576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54480" y="3465576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37360" y="3483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Dimension Characterization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34838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Brukhim et al.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375818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characterization of multiclass learnability via the DS dimension.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178808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78808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54480" y="4178808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737360" y="4197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41970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 et al.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37360" y="447141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local regularizers; unsupervised variant learns all classes.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RELATED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One-Inclusion Graphs (OIGs)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State-of-the-Art Learners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OIG-based learners use orientations of one-inclusion graphs defined over H, sample S, and test point 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infinite when Y is infinite — existence relies on axiom of choice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Exponentially large even for finite Y, making them impractical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mathematical — not a practical algorithmic template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learners use: H + unlabeled data in S + test point 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regularizers use: H + test point x  (no sample dependence!)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Regularization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2: Local Regularizer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regularizer psi : H x X -&gt; R&gt;=0 induces a learner A where: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A(S)(x)  in  { h(x) : h in argmin_{h in L^{-1}_S(0)}  psi(h, x) }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powerful?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260604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Point-Dependent Bias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psi(h, x) can encode how complexity varies across the domain 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794760"/>
            <a:ext cx="260604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Improper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can 'stitch together' multiple hypotheses across regions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794760"/>
            <a:ext cx="260604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than OIGs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depend on unlabeled training data — only on H and test point x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SRM vs. Local Regularization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624328"/>
                <a:gridCol w="2624328"/>
                <a:gridCol w="262432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SRM: psi(h)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Local Reg: psi(h, x)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Regularizer depends 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A56"/>
                          </a:solidFill>
                        </a:rPr>
                        <a:t>h and test point 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Proper or Improper?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Proper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A56"/>
                          </a:solidFill>
                        </a:rPr>
                        <a:t>Can be improper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Learns all binary classes?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Learns all multiclass?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913A"/>
                          </a:solidFill>
                        </a:rPr>
                        <a:t>Open question!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Uses unlabeled data in S?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31920"/>
            <a:ext cx="7863840" cy="868680"/>
          </a:xfrm>
          <a:prstGeom prst="rect">
            <a:avLst/>
          </a:prstGeom>
          <a:solidFill>
            <a:srgbClr val="FDF0E0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3931920"/>
            <a:ext cx="54864" cy="86868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148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39319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 local regularizer can assign different complexities to h0 vs h1 depending on the region of X. This per-point flexibility is what enables improper learning.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Counterexample: H-triangle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X = N (infinite), Label set Y = {*} U 2^X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J of triples (A, B, C) where |A| = |B| = |C| = k, pairwise intersections k/2, triple intersection empty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triple yields 8 hypotheses — one for each way to 'layer' the three sets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* outside A U B U C; on pairwise intersections, h is constant choosing between overlapping sets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8229600" cy="1417320"/>
          </a:xfrm>
          <a:prstGeom prst="rect">
            <a:avLst/>
          </a:prstGeom>
          <a:solidFill>
            <a:srgbClr val="222A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520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Intuition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384048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sheets of paper over regions A, B, C, each bearing their set name. A hypothesis h is a choice of layering order. The output at any point x is the topmost sheet's name visible from above. The class H-triangle is learnable (by the Default-Star learner), but the key question is whether any local regularizer can learn 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EXPERIMENTAL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ERM Failure on H-triangle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EXPERIMENTAL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ERM Failure Scales with Problem Size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EXPERIMENTAL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Regularization Strategies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EXPERIMENTAL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Symmetry Argument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8595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EXPERIMENTAL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Can Local Regularization Learn H-triangle?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 &amp; FUTURE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Significance of the Open Problems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794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3794760" cy="411480"/>
          </a:xfrm>
          <a:prstGeom prst="rect">
            <a:avLst/>
          </a:prstGeom>
          <a:solidFill>
            <a:srgbClr val="2D8A5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Positive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flexible algorithmic template for multiclass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redundancy of unlabeled data in OIG-based approaches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the theory of multiclass classification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794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379476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Negative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structure is vital — vindicates existing body of 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560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geometry is essential for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limitation on sample-independent methods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solidFill>
            <a:srgbClr val="FDF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297680"/>
            <a:ext cx="54864" cy="64008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43484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25880" y="429768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Unsupervised local regularization (which can use unlabeled data in S) already learns all multiclass classes with near-optimal complexity.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 &amp;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Problems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multiclass classification, can all learnable hypothesis classes be learned by a local regularizer? If so, with optimal (or nearly optimal) sample complexity?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class H-triangle be learned by a local regularizer? If so, with optimal (or nearly optimal) sample complexity?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533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887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classification is qualitatively harder than binary — ERM is insufficient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1031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677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1031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 is a promising candidate for a universal multiclass template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0080" y="30175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821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 class H-triangle is a candidate counterexample leveraging high symmetry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0080" y="39319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9651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9319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confirm: ERM and local regularizers fail, Default-Star succeeds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Asilis, Devic, Dughmi, Sharan, Teng. Regularization and Optimal Multiclass Learning. COLT 2024.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Brukhim, Carmon, Dinur, Moran, Yehudayoff. A Characterization of Multiclass Learnability. FOCS 2022.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Daniely, Shalev-Shwartz. Optimal Learners for Multiclass Problems. COLT 2014.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David, Moran, Yehudayoff. On Statistical Learning via the Lens of Compression. NeurIPS 2016.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Vapnik, Chervonenkis. On Uniform Convergence. Theory of Prob. &amp; Appl. 1971.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Valiant. A Theory of the Learnable. Comm. ACM 1984.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2377440"/>
            <a:ext cx="18288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Asilis, Devic, Dughmi, Sharan, Teng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Southern California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{asilis, devic, shaddin, vsharan, shanghua}@usc.edu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Local Regularization Learn All Multiclass Problems?</dc:title>
  <dc:subject>PptxGenJS Presentation</dc:subject>
  <dc:creator>Asilis, Devic, Dughmi, Sharan, Teng</dc:creator>
  <cp:lastModifiedBy>Asilis, Devic, Dughmi, Sharan, Teng</cp:lastModifiedBy>
  <cp:revision>1</cp:revision>
  <dcterms:created xsi:type="dcterms:W3CDTF">2026-03-11T18:26:42Z</dcterms:created>
  <dcterms:modified xsi:type="dcterms:W3CDTF">2026-03-11T18:26:42Z</dcterms:modified>
</cp:coreProperties>
</file>