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6" r:id="rId4"/>
    <p:sldId id="276" r:id="rId5"/>
    <p:sldId id="278" r:id="rId6"/>
    <p:sldId id="279" r:id="rId7"/>
    <p:sldId id="281" r:id="rId8"/>
    <p:sldId id="282" r:id="rId9"/>
    <p:sldId id="284" r:id="rId10"/>
    <p:sldId id="285" r:id="rId11"/>
    <p:sldId id="261" r:id="rId12"/>
    <p:sldId id="262" r:id="rId13"/>
    <p:sldId id="264" r:id="rId14"/>
    <p:sldId id="265" r:id="rId15"/>
    <p:sldId id="266" r:id="rId16"/>
    <p:sldId id="267" r:id="rId17"/>
    <p:sldId id="28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6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300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2024 — OPEN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Local Regularization</a:t>
            </a:r>
            <a:endParaRPr lang="en-US" sz="3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All Multiclass Problems?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286000" cy="36576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8856" y="347695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Julian Asilis  •  Siddartha Devic  •  Shaddin Dughmi  •  Vatsal Sharan  •  Shang-Hua Teng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8856" y="3852189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Machine Learning Research, Vol. 196, 2024</a:t>
            </a:r>
            <a:endParaRPr lang="en-US" sz="1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E5BE959-D4B0-F368-F433-98F0FB2468CC}"/>
              </a:ext>
            </a:extLst>
          </p:cNvPr>
          <p:cNvSpPr/>
          <p:nvPr/>
        </p:nvSpPr>
        <p:spPr>
          <a:xfrm>
            <a:off x="608856" y="2942881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Mrinal Bharadwaj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298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1581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multiclass learning beyond ERM?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99339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1993392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19933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1305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74520" y="2295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OIGs, DS dimension, and existing learners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70662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2706624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68680" y="27066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84378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74520" y="3008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 as an algorithmic template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41985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0080" y="3419856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68680" y="341985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55701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745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87452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failure, local regularizer analysis, scaling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13308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40080" y="4133088"/>
            <a:ext cx="54864" cy="5943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868680" y="41330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270248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874520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Open Problems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874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to be resolved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Binary vs. Multiclass Classification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23774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Binary  |Y| = 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characterizes learnability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ERM is optimal and sufficient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Well-understood since the 1980s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23774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 |Y| &gt;= 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Characterized only in 2022 (DS dimension)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ERM fails — improper learning required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simple optimal learning rule known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 we find a simple algorithmic template for multiclass — like ERM for binary?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0-1 Loss and True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 &amp;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L_D(h) = E_{(x,y)~D} [ l_{0-1}( h(x), y )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l_{0-1}(y_hat, y) = 0 if y_hat = y, else 1  —  the 0-1 loss: wrong prediction costs 1, correct costs 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is a distribution over (x, y) pairs — the true data-generating process, unknown to the learner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: X -&gt; Y is a hypothesis — a function that maps inputs to labels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L_D(h) is the true risk — the expected error of h under the real distribution 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learning: find h with L_D(h) &lt;= epsilon, i.e., true error at most epsilon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Empirical Risk &amp; ERM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Risk Minimization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ERM:  output any  h in argmin_{h in H}  L_S(h)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where  L_S(h) = (1/n) SUM_i  l_{0-1}( h(x_i), y_i 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 = {(x_1,y_1), ..., (x_n,y_n)} is the training sample drawn i.i.d. from 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L_S(h) is the empirical risk — the fraction of training points h gets wrong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ERM picks any h from H with minimum (ideally zero) training error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classification: ERM is optimal — achieves near-best sample complexity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multiclass: ERM is PROPER (outputs only h in H) — proven insufficient by Daniely &amp; Shalev-Shwartz (2014)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 Learning (Definition 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1: PAC Learner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all realizable D, for all eps, delta in (0,1):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 L_D(A(S)) &lt;= eps ]  &gt;=  1 - delta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|S| &gt;= m(eps, delta)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a PAC learner for H if it can learn to low error with high probability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(epsilon) = error tolerance — how much error we allow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failure probability — how often the learner is allowed to fail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m(eps, delta) = sample complexity — how many training points are needed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Realizable: there exists h* in H with L_D(h*) = 0 — perfect hypothesis exists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m_H(eps, delta) = min over all learners A of m_A(eps, delta) — optimal sample complexity of 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Risk Minimization (SRM)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SRM Learner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SRM:  output  argmin_{h in H}  L_S(h) + psi(h)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psi : H -&gt; R_{&gt;=0}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psi(h) is a global regularizer — assigns a fixed complexity score to each hypothesis h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SRM balances training error L_S(h) with complexity penalty psi(h)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Problem: SRM is still PROPER — it optimizes over H, so output is always in H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Since improper learning is necessary for multiclass, SRM must fail on some problems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limitation: psi(h) assigns ONE complexity value per hypothesis — cannot vary across the domain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(Definition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2: Local Regularizer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A(S)(x) in { h(x) : h in argmin_{h in L^{-1}_S(0)}  psi(h, x) }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psi : H x X -&gt; R_{&gt;=0}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psi(h, x) is a LOCAL regularizer — complexity of h can now vary with test point 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L^{-1}_S(0) = { h in H : L_S(h) = 0 } — the set of all hypotheses with zero training error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point x, pick h minimizing psi(h, x) among zero-error hypotheses, then output h(x)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CRUCIAL: output is h(x), not h itself — different test points can use different hypotheses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IMPROPER learning: the combined output 'stitches together' multiple h's across the domain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depends on h and x but NOT on the training sample S — this is the key limitation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H-triangle: Set Construction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Triple Requirements for (A, B, C) in J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|A| = |B| = |C| = 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|A cap B| = |A cap C| = |B cap C| = k/2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 cap B cap C = empty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 = N (natural numbers), Y = {*} U 2^X (star label + all subsets of X)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 = collection of all valid triples (A, B, C) satisfying the three conditions above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Equal sizes: all three sets have the same cardinality k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Pairwise overlap: every pair of sets shares exactly half their elements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Empty triple intersection: no element belongs to all three sets simultaneously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8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triple produces 8 hypotheses (2 choices per pairwise intersection = 2^3)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THEORETICAL FORMULAS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H-triangle: Hypothesis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8046720" cy="14630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8046720" cy="3474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(A, B, C) in J, a hypothesis h satisfies: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= *  for x not in A U B U 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{A,B}  for x in A cap B   (constant)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{A,C}  for x in A cap C   (constant)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in {B,C}  for x in B cap C   (constant)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all three sets: h defaults to the star label *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pairwise intersection: h picks ONE of the two overlapping sets as label — and is constant on the entire region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intuition: 3 sheets of paper (A, B, C) stacked on overlapping regions; h chooses the stacking order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H-triangle = union of all such hypotheses over all valid triples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H-triangle IS learnable by the Default-Star learner: predict * unless label A containing x was observed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Multiclass Learning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325880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Learning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344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61848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learning model — learnability requires low sample complexity.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39112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039112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Blumer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3317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learnable iff finite VC dimension; ERM suffices.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52344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752344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2752344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Learning Necessary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770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&amp; Shalev-Shwartz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04495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learners (ERM/SRM) cannot learn all multiclass problems.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65576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465576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54480" y="3465576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Dimension Characterization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483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Brukhim et 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75818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characterization of multiclass learnability via the DS dimension.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78808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178808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54480" y="4178808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3736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4197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 et al.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447141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local regularizers; unsupervised variant learns all classes.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One-Inclusion Graphs (OIGs)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State-of-the-Art Learners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OIG-based learners use orientations of one-inclusion graphs defined over H, sample S, and test point 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infinite when Y is infinite — existence relies on axiom of choice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large even for finite Y, making them impractical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mathematical — not a practical algorithmic template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learners use: H + unlabeled data in S + test point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regularizers use: H + test point x  (no sample dependence!)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SRM vs. Local Regularization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72984" cy="2468880"/>
        </p:xfrm>
        <a:graphic>
          <a:graphicData uri="http://schemas.openxmlformats.org/drawingml/2006/table">
            <a:tbl>
              <a:tblPr/>
              <a:tblGrid>
                <a:gridCol w="2624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SRM: psi(h)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Local Reg: psi(h, x)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Regularizer depends 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only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8A56"/>
                          </a:solidFill>
                        </a:rPr>
                        <a:t>h and test point 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Proper or Improper?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Proper only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8A56"/>
                          </a:solidFill>
                        </a:rPr>
                        <a:t>Can be improper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Learns all binary classes?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Learns all multiclass?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913A"/>
                          </a:solidFill>
                        </a:rPr>
                        <a:t>Open question!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Uses unlabeled data in S?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31920"/>
            <a:ext cx="7863840" cy="868680"/>
          </a:xfrm>
          <a:prstGeom prst="rect">
            <a:avLst/>
          </a:prstGeom>
          <a:solidFill>
            <a:srgbClr val="FDF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54864" cy="8686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39319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local regularizer can assign different complexities to h0 vs h1 depending on the region of X. This per-point flexibility is what enables improper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Counterexample: H-triangle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X = N (infinite), Label set Y = {*} U 2^X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J of triples (A, B, C) where |A| = |B| = |C| = k, pairwise intersections k/2, triple intersection empty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triple yields 8 hypotheses — one for each way to 'layer' the three sets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* outside A U B U C; on pairwise intersections, h is constant choosing between overlapping sets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84048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sheets of paper over regions A, B, C, each bearing their set name. A hypothesis h is a choice of layering order. The output at any point x is the topmost sheet's name visible from above. The class H-triangle is learnable (by the Default-Star learner), but the key question is whether any local regularizer can learn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on H-triangle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ERM Failure Scales with |A|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91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1F3D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 Strategies All Fail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ARGUMENT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Local Regularization Fails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EXPERIMENTAL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Can Local Regularization Learn H-triangle?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 &amp;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of the Open Problems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794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94760" cy="411480"/>
          </a:xfrm>
          <a:prstGeom prst="rect">
            <a:avLst/>
          </a:prstGeom>
          <a:solidFill>
            <a:srgbClr val="2D8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flexible algorithmic template for multiclass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redundancy of unlabeled data in OIG-based approaches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the theory of multiclass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794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79476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Negative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structure is vital — vindicates existing body of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geometry is essential for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 on sample-independent methods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solidFill>
            <a:srgbClr val="FDF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54864" cy="6400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429768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Unsupervised local regularization (which can use unlabeled data in S) already learns all multiclass classes with near-optimal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multiclass classification, can all learnable hypothesis classes be learned by a local regularizer? If so, with optimal (or nearly optimal) sample complexity?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222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class H-triangle be learned by a local regularizer? If so, with optimal (or nearly optimal) sample complexity?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533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88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 is qualitatively harder than binary — ERM is insufficient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677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03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 is a promising candidate for a universal multiclass template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821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class H-triangle is a candidate counterexample leveraging high symmetry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0965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931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confirm: ERM and local regularizers fail, Default-Star succeeds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Asilis, Devic, Dughmi, Sharan, Teng. Regularization and Optimal Multiclass Learning. COLT 2024.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Brukhim, Carmon, Dinur, Moran, Yehudayoff. A Characterization of Multiclass Learnability. FOCS 2022.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Daniely, Shalev-Shwartz. Optimal Learners for Multiclass Problems. COLT 2014.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David, Moran, Yehudayoff. On Statistical Learning via the Lens of Compression. NeurIPS 2016.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Vapnik, Chervonenkis. On Uniform Convergence. Theory of Prob. &amp; Appl. 1971.</a:t>
            </a:r>
            <a:endParaRPr lang="en-US" sz="11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Valiant. A Theory of the Learnable. Comm. ACM 1984.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36576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Asilis, Devic, Dughmi, Sharan, Teng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{asilis, devic, shaddin, vsharan, shanghua}@usc.edu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2157</Words>
  <Application>Microsoft Office PowerPoint</Application>
  <PresentationFormat>On-screen Show (16:9)</PresentationFormat>
  <Paragraphs>239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Local Regularization Learn All Multiclass Problems?</dc:title>
  <dc:subject>PptxGenJS Presentation</dc:subject>
  <dc:creator>Asilis, Devic, Dughmi, Sharan, Teng</dc:creator>
  <cp:lastModifiedBy>Bharadwaj, Mrinal</cp:lastModifiedBy>
  <cp:revision>3</cp:revision>
  <dcterms:created xsi:type="dcterms:W3CDTF">2026-03-11T18:26:42Z</dcterms:created>
  <dcterms:modified xsi:type="dcterms:W3CDTF">2026-03-12T22:35:29Z</dcterms:modified>
</cp:coreProperties>
</file>