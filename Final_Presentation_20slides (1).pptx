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2024 — OPEN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Local Regularization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All Multiclass Problems?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2860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  •  Devic  •  Dughmi  •  Sharan  •  Teng   |   University of Southern California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737360" cy="320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3840480"/>
            <a:ext cx="2011680" cy="320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Machine Learning Research, Vol. 196,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115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399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vs multiclass, why ERM fails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10512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105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1122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OIGs, DS dimension, and existing learners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2374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23744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52374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Formulas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28254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learning, local regularization, H-triangle — every formula explained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3697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36976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2369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255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538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failure, local regularizer analysis, scaling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5020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950208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9502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3968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Open Problems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251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to be resolved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vs. Multiclass Classification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23774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 |Y| =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characterizes learnability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is optimal and sufficient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Well-understood since the 1980s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23774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 |Y| &gt;=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Characterized only in 2022 (DS dimension)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fails — improper learning required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optimal learning rule known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find a simple algorithmic template for multiclass — like ERM for binary?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0-1 Loss and True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 &amp;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L_D(h) = E_{(x,y)~D} [ l_{0-1}( h(x), y )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l_{0-1}(y_hat, y) = 0 if y_hat = y, else 1  —  the 0-1 loss: wrong prediction costs 1, correct costs 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is a distribution over (x, y) pairs — the true data-generating process, unknown to the learner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: X -&gt; Y is a hypothesis — a function that maps inputs to labels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L_D(h) is the true risk — the expected error of h under the real distribution 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learning: find h with L_D(h) &lt;= epsilon, i.e., true error at most epsilon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Risk &amp; ERM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Risk Minimization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ERM:  output any  h in argmin_{h in H}  L_S(h)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L_S(h) = (1/n) SUM_i  l_{0-1}( h(x_i), y_i 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{(x_1,y_1), ..., (x_n,y_n)} is the training sample drawn i.i.d. from 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L_S(h) is the empirical risk — the fraction of training points h gets wrong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picks any h from H with minimum (ideally zero) training error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classification: ERM is optimal — achieves near-best sample complexity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multiclass: ERM is PROPER (outputs only h in H) — proven insufficient by Daniely &amp; Shalev-Shwartz (2014)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 Learning (Definition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1: PAC Learner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all realizable D, for all eps, delta in (0,1):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 L_D(A(S)) &lt;= eps ]  &gt;=  1 - delta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|S| &gt;= m(eps, delta)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a PAC learner for H if it can learn to low error with high probability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(epsilon) = error tolerance — how much error we allow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failure probability — how often the learner is allowed to fail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m(eps, delta) = sample complexity — how many training points are needed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Realizable: there exists h* in H with L_D(h*) = 0 — perfect hypothesis exists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m_H(eps, delta) = min over all learners A of m_A(eps, delta) — optimal sample complexity of 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Risk Minimization (SRM)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Learner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SRM:  output  argmin_{h in H}  L_S(h) + psi(h)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psi : H -&gt; R_{&gt;=0}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psi(h) is a global regularizer — assigns a fixed complexity score to each hypothesis 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balances training error L_S(h) with complexity penalty psi(h)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SRM is still PROPER — it optimizes over H, so output is always in 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improper learning is necessary for multiclass, SRM must fail on some problems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limitation: psi(h) assigns ONE complexity value per hypothesis — cannot vary across the domain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(Definition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2: Local Regularizer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A(S)(x) in { h(x) : h in argmin_{h in L^{-1}_S(0)}  psi(h, x) }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psi : H x X -&gt; R_{&gt;=0}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psi(h, x) is a LOCAL regularizer — complexity of h can now vary with test point 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L^{-1}_S(0) = { h in H : L_S(h) = 0 } — the set of all hypotheses with zero training error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point x, pick h minimizing psi(h, x) among zero-error hypotheses, then output h(x)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CRUCIAL: output is h(x), not h itself — different test points can use different hypotheses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IMPROPER learning: the combined output 'stitches together' multiple h's across the domain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depends on h and x but NOT on the training sample S — this is the key limitation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H-triangle: Set Construction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Requirements for (A, B, C) in J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|A| = |B| = |C| = 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|A cap B| = |A cap C| = |B cap C| = k/2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cap B cap C = empty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N (natural numbers), Y = {*} U 2^X (star label + all subsets of X)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collection of all valid triples (A, B, C) satisfying the three conditions above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sizes: all three sets have the same cardinality 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overlap: every pair of sets shares exactly half their elements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triple intersection: no element belongs to all three sets simultaneously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triple produces 8 hypotheses (2 choices per pairwise intersection = 2^3)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H-triangle: Hypothesis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(A, B, C) in J, a hypothesis h satisfies: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= *  for x not in A U B U 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{A,B}  for x in A cap B   (constant)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{A,C}  for x in A cap C   (constant)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{B,C}  for x in B cap C   (constant)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all three sets: h defaults to the star label *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pairwise intersection: h picks ONE of the two overlapping sets as label — and is constant on the entire region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intuition: 3 sheets of paper (A, B, C) stacked on overlapping regions; h chooses the stacking order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H-triangle = union of all such hypotheses over all valid triples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H-triangle IS learnable by the Default-Star learner: predict * unless label A containing x was observed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Multiclass Learning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280160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Learning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57276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learning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93392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1993392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Blumer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28600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learnable iff finite VC dim; ERM suffices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06624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06624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2706624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Learning Necessary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724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&amp; Shalev-Shwartz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299923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ERM/SRM cannot learn all multiclass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19856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19856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54480" y="3419856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Dimension Characterization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438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Brukhim et 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7124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characterization of multiclass learnability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33088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33088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54480" y="4133088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737360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4151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 et al.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44256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variant learns all; plain variant = open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One-Inclusion Graphs (OIGs)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OIG-based learners use orientations of one-inclusion graphs over H, S, and 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infinite (axiom of choice) or exponentially large — impractical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mathematical — not a practical algorithmic template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01752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learners use: H + unlabeled data in S + test point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regularizers use: H + test point x  (no sample dependence!)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on H-triangle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Scales with |A|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Strategies All Fail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ARGUMENT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Local Regularization Fails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Can Local Reg Learn H-triangle?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of the Open Problems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94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3794760" cy="384048"/>
          </a:xfrm>
          <a:prstGeom prst="rect">
            <a:avLst/>
          </a:prstGeom>
          <a:solidFill>
            <a:srgbClr val="2D8A5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template for all multiclass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unlabeled data is redundant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classification theory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794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37947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Negative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structure is vital for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geometry is essential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 on regularization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114800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148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Unsupervised local regularization (with unlabeled data access) already works — the gap is surprisingly narrow.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multiclass classification, can all learnable hypothesis classes be learned by a local regularizer? If so, with optimal (or nearly optimal) sample complexity?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4320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class H-triangle be learned by a local regularizer? If so, with optimal (or nearly optimal) sample complexity?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Asilis, Devic, Dughmi, Sharan, Teng  |  University of Southern California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{asilis, devic, shaddin, vsharan, shanghua}@usc.edu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Local Regularization Learn All Multiclass Problems?</dc:title>
  <dc:subject>PptxGenJS Presentation</dc:subject>
  <dc:creator>PptxGenJS</dc:creator>
  <cp:lastModifiedBy>PptxGenJS</cp:lastModifiedBy>
  <cp:revision>1</cp:revision>
  <dcterms:created xsi:type="dcterms:W3CDTF">2026-03-12T20:11:50Z</dcterms:created>
  <dcterms:modified xsi:type="dcterms:W3CDTF">2026-03-12T20:11:50Z</dcterms:modified>
</cp:coreProperties>
</file>